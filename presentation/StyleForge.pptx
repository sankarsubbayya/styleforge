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5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7.28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v3 vs base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+0.04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4B matches the frontier on accuracy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two targeted DPO rounds our 4B scores 7.62 on factual accuracy - identical to the ~1T-class Kimi (7.62). Round 1: sarcastic +0.54. Round 2: formal +0.50.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Round 3: green across the board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Style-conditional pair weights (accuracy-heavy for formal, tone-heavy for humor) — v3 beats base on ALL FOUR styles. Three rounds, three diagnosed targets, three hits.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And it beats the frontier at humor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outscores the ~1T Kimi on humorous_non_tech (8.12 vs 7.87) and ties humorous_tech. The frontier keeps the overall slot - so bon ships as default, v3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Official leaderboard: 0.88 — top 10 of 38+ teams, on the first submission.  </a:t>
            </a:r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winner; the trained Gemma rides along: measured, not mythologized.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 official — top 10 of 38+ teams (Track 2 leaderboard)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sankarsubbayya.github.io/styleforge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28800" y="41605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ghcr.io/sankarsubbayya/styleforge:latest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2026-07-11T05:36:15Z</dcterms:created>
  <dcterms:modified xsi:type="dcterms:W3CDTF">2026-07-11T05:36:15Z</dcterms:modified>
</cp:coreProperties>
</file>