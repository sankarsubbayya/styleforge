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studying ACT I's winners: the grand prize went to an RL project; fine-tuning winners paired technique with a story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Tone is trained, not prompted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on judge-ranked caption pairs — optimized against the exact signal the leaderboard scores.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Eval: Measured Honestly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unseen scenes x 4 styles x 4 arms, scored by gpt-oss-120b (no model grades its own family)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sarcastic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hum_non_tech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Kimi K2.6 prompted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4B base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D1C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8.40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DPO learns what you aim it at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targeted tone: sarcastic +0.54 over base. Round 2 targeted the diagnosed accuracy gap: formal +0.50. Two rounds, two direct hits.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19272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2" name="Text 9"/>
          <p:cNvSpPr/>
          <p:nvPr/>
        </p:nvSpPr>
        <p:spPr>
          <a:xfrm>
            <a:off x="3483864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v2 beats v1 head-to-head 52W-40L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83864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Accuracy-weighted preference pairs, SFT warm start merged, full 1,200-cell corpus — the failure-inspection loop paid off measurably.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81344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81344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3"/>
          <p:cNvSpPr/>
          <p:nvPr/>
        </p:nvSpPr>
        <p:spPr>
          <a:xfrm>
            <a:off x="6345936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frontier model keeps the leaderboard slot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45936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wins on detail density (a capacity gap, not a tuning gap) — so bon mode ships as default, tuned Gemma rides in-container.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ship the winner — and the trained Gemma rides along: measured, not mythologized.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3154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[demo URL — Friday]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[public registry tag — Friday]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2026-07-10T07:58:08Z</dcterms:created>
  <dcterms:modified xsi:type="dcterms:W3CDTF">2026-07-10T07:58:08Z</dcterms:modified>
</cp:coreProperties>
</file>