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4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v2 vs base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+0.35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-0.25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-0.19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4B matches the frontier on accuracy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two targeted DPO rounds our 4B scores 7.62 on factual accuracy - identical to the ~1T-class Kimi (7.62). Round 1: sarcastic +0.54. Round 2: formal +0.50.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Tuning nets positive: +0.11 overall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beats base 49W-38L and v1 52W-40L head-to-head. The seesaw is visible and honest: accuracy-weighted pairs traded a little humor-style sparkle for formal/sarcastic gains.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remains is wit, not facts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residual gap is the tone axis (8.03 vs 8.74): Kimi is funnier. Comedy resists distillation into 4B - so bon ships as default, tuned Gemma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 — and the trained Gemma rides along: measured, not mythologized.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sankarsubbayya.github.io/styleforge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ghcr.io/sankarsubbayya/styleforge:latest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2026-07-10T22:14:43Z</dcterms:created>
  <dcterms:modified xsi:type="dcterms:W3CDTF">2026-07-10T22:14:43Z</dcterms:modified>
</cp:coreProperties>
</file>