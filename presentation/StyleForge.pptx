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AMD DEVELOPER HACKATHON: ACT II — TRACK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23444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STYLEFORGE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640080" y="23317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clip. Four voices. A Gemma that learned tone on AMD silicon.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40080" y="3154680"/>
            <a:ext cx="2286000" cy="347472"/>
          </a:xfrm>
          <a:prstGeom prst="rect">
            <a:avLst/>
          </a:prstGeom>
          <a:solidFill>
            <a:srgbClr val="1F1F23"/>
          </a:solidFill>
          <a:ln w="12700">
            <a:solidFill>
              <a:srgbClr val="ED1C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15468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 fine-tuned Gemma 3 4B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063240" y="3154680"/>
            <a:ext cx="2651760" cy="347472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63240" y="315468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Trained on AMD Instinct MI300X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52160" y="3154680"/>
            <a:ext cx="2468880" cy="347472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52160" y="315468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Ships in a CPU-only container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4434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Team: Sankar Subbayya  x  Claude (Anthropic)    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Challenge: Four Voices, One Judge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938528" cy="16002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2588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1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783080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News-wire precision. Zero jokes, zero slang.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551176" y="1143000"/>
            <a:ext cx="1938528" cy="16002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88336" y="132588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1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sarcastic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688336" y="1783080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Dry, deadpan irony. Never labeled, always felt.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45152" y="1143000"/>
            <a:ext cx="1938528" cy="16002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82312" y="132588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1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humorous_tech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782312" y="1783080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Funny via bugs, deploys, APIs and rollbacks.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739128" y="1143000"/>
            <a:ext cx="1938528" cy="16002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76288" y="132588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1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humorous_non_tech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76288" y="1783080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Funny for everyone. No tech allowed.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7200" y="3063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caption is scored by an LLM judge on two axes: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1938528" cy="1051560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611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accuracy (0-1)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66928" y="4023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faithful to the clip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551176" y="3474720"/>
            <a:ext cx="1938528" cy="1051560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60904" y="3611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style match (0-1)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660904" y="4023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nails the requested tone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45152" y="3474720"/>
            <a:ext cx="1938528" cy="1051560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3611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hidden eval set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754880" y="4023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generalize, don't overfit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739128" y="3474720"/>
            <a:ext cx="1938528" cy="1051560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48856" y="3611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10-minute wall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848856" y="4023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containerized, CPU, no mercy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Everyone Prompts. We Train.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3977640" cy="265176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25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AD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FIELD (35+ visible teams)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83080"/>
            <a:ext cx="3520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a stock VLM and hope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Tone control via instructions only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sarcastic vs humorous blurs together — exactly what the judge penalizes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709160" y="1143000"/>
            <a:ext cx="3977640" cy="2651760"/>
          </a:xfrm>
          <a:prstGeom prst="rect">
            <a:avLst/>
          </a:prstGeom>
          <a:solidFill>
            <a:srgbClr val="1F1F23"/>
          </a:solidFill>
          <a:ln w="19050">
            <a:solidFill>
              <a:srgbClr val="ED1C2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325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STYLEFORGE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937760" y="1783080"/>
            <a:ext cx="3520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 fine-tune Gemma on judge-ranked caption pairs (RLAIF)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against the same signal the leaderboard scores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Chosen by studying ACT I's winners: the grand prize went to an RL project; fine-tuning winners paired technique with a story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Tone is trained, not prompted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 on judge-ranked caption pairs — optimized against the exact signal the leaderboard scores.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Architecture: Eyes, Voice, Taste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74904" y="1371600"/>
            <a:ext cx="1444752" cy="18288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6344" y="1481328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AD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INPUT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66344" y="182880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clip.mp4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30s-2min, UHD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819656" y="205740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112264" y="1371600"/>
            <a:ext cx="1444752" cy="18288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03704" y="1481328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AD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INGEST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203704" y="182880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ffmpeg 1-pass frames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Whisper transcript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557016" y="205740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849624" y="1371600"/>
            <a:ext cx="1444752" cy="18288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41064" y="1481328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AD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EYES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941064" y="182880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Kimi K2.6 vision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dense description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(Fireworks API)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294376" y="205740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586984" y="1371600"/>
            <a:ext cx="1444752" cy="1828800"/>
          </a:xfrm>
          <a:prstGeom prst="rect">
            <a:avLst/>
          </a:prstGeom>
          <a:solidFill>
            <a:srgbClr val="1F1F23"/>
          </a:solidFill>
          <a:ln w="25400">
            <a:solidFill>
              <a:srgbClr val="ED1C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78424" y="1481328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VOICE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78424" y="182880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4B — TUNED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captions x 4 styles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CPU, in-container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031736" y="205740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324344" y="1371600"/>
            <a:ext cx="1444752" cy="18288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15784" y="1481328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AD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TASTE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415784" y="182880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judge reranks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caption per style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7200" y="3520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Two-stage by design: frontier eyes, trained voice. Vision never enters the training loop — the tuned model does one narrow thing perfectly: tone.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4160520"/>
            <a:ext cx="2697480" cy="347472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1605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Survives judge-time: no live GPU endpoint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310128" y="4160520"/>
            <a:ext cx="2697480" cy="347472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10128" y="41605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style guaranteed: 3-tier fallback ladder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63056" y="4160520"/>
            <a:ext cx="2697480" cy="347472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63056" y="41605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token penalty in Track 2 - BoN is free quality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RLAIF Data Factory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193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300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scenes, maximally diverse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551176" y="1188720"/>
            <a:ext cx="193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1,200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2551176" y="2011680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scene x style training cells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645152" y="1188720"/>
            <a:ext cx="193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7,200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645152" y="2011680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captions by Kimi K2.6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739128" y="1188720"/>
            <a:ext cx="193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7,200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739128" y="2011680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 scores: accuracy + tone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8229600" cy="15544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0175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scene description  →  6 candidates per style  →  judge scores each  →  best vs worst become a DPO preference pair (quality-gap filtered)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36118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 teaches Gemma: “write like the winner, not like the loser” — a thousand times over, across every style and scene type. Judge scores are cached, resumable, and cost-logged.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Fine-Tuned on AMD Instinct MI300X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4206240" cy="324612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258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STACK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37360"/>
            <a:ext cx="374904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1x MI300X (192 GB HBM3) — AMD Developer Cloud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ROCm 7.2.4 + PyTorch 2.10 (rocm/pytorch image)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TRL: rejection-sampling SFT warm start, merged, then DPO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LoRA r=32, bf16 — no quantization needed to train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 → GGUF Q4_K_M (~2.7 GB) for CPU serving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143000"/>
            <a:ext cx="3749040" cy="987552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66360" y="12527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$1.99/hr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166360" y="17099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single-GPU droplet — credits, not cash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937760" y="2258568"/>
            <a:ext cx="3749040" cy="987552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66360" y="236829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2.8 samples/sec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5166360" y="282549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 throughput on a 4B LoRA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937760" y="3374136"/>
            <a:ext cx="3749040" cy="987552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66360" y="348386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166360" y="394106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training cost, rehearsal included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tuned Gemma ships inside the submission container and runs on CPU — zero GPUs, zero live endpoints, zero excuses at judge time.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Built to Survive the 10-Minute Wall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4114800" cy="15544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143000"/>
            <a:ext cx="64008" cy="15544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26187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SIGKILL-PROOF OUTPUT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85800" y="160020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valid results.json is written at startup and atomically upgraded per task. The wall can kill us mid-clip — we still score on everything finished.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709160" y="1143000"/>
            <a:ext cx="4114800" cy="15544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09160" y="1143000"/>
            <a:ext cx="64008" cy="15544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126187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DEGRADE, NEVER DIE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937760" y="160020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Best-of-N → single-shot → canned fallback, per task, per style. A dead URL, a 500ing model, malformed tasks — nothing sinks the run.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4114800" cy="15544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834640"/>
            <a:ext cx="64008" cy="15544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9535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HOSTILE-INPUT HARDENED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5800" y="329184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 deadlines beat trickling servers. Single-pass UHD frame extraction. Whisper loads once. Every clip budgeted against the clock.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09160" y="2834640"/>
            <a:ext cx="4114800" cy="15544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09160" y="2834640"/>
            <a:ext cx="64008" cy="15544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18" name="Text 16"/>
          <p:cNvSpPr/>
          <p:nvPr/>
        </p:nvSpPr>
        <p:spPr>
          <a:xfrm>
            <a:off x="4937760" y="29535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TESTED LIKE WE MEAN IT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937760" y="329184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11-test suite incl. an organizer-contract simulation; multi-agent adversarial code review — 8 verified findings found and fixed.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Eval: Measured Honestly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unseen scenes x 4 styles x 5 arms, scored by gpt-oss-120b (no model grades its own family)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207008"/>
                <a:gridCol w="1207008"/>
                <a:gridCol w="1207008"/>
                <a:gridCol w="1207008"/>
                <a:gridCol w="1207008"/>
              </a:tblGrid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arm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formal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sarcastic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hum_tech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hum_non_tech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4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Kimi K2.6 prompted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8.92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7.72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8.23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7.87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8.18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Gemma 4B base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7.88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6.78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8.18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8.02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7.72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Gemma tuned v1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7.90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7.32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7.82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7.97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7.75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Gemma tuned v2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8.40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7.13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7.93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7.83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7.83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D1C2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Gemma tuned v3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8.00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7.28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8.22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8.12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7.90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v3 vs base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FCF9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+0.12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FCF9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+0.50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FCF9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+0.04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FCF9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+0.10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FCF9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+0.18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246120"/>
            <a:ext cx="2724912" cy="13258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57200" y="3246120"/>
            <a:ext cx="64008" cy="13258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3337560"/>
            <a:ext cx="2450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4B matches the frontier on accuracy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21792" y="3767328"/>
            <a:ext cx="24505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two targeted DPO rounds our 4B scores 7.62 on factual accuracy - identical to the ~1T-class Kimi (7.62). Round 1: sarcastic +0.54. Round 2: formal +0.50.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319272" y="3246120"/>
            <a:ext cx="2724912" cy="13258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319272" y="3246120"/>
            <a:ext cx="64008" cy="13258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12" name="Text 9"/>
          <p:cNvSpPr/>
          <p:nvPr/>
        </p:nvSpPr>
        <p:spPr>
          <a:xfrm>
            <a:off x="3483864" y="3337560"/>
            <a:ext cx="2450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Round 3: green across the board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483864" y="3767328"/>
            <a:ext cx="24505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Style-conditional pair weights (accuracy-heavy for formal, tone-heavy for humor) — v3 beats base on ALL FOUR styles. Three rounds, three diagnosed targets, three hits.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181344" y="3246120"/>
            <a:ext cx="2724912" cy="13258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181344" y="3246120"/>
            <a:ext cx="64008" cy="13258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16" name="Text 13"/>
          <p:cNvSpPr/>
          <p:nvPr/>
        </p:nvSpPr>
        <p:spPr>
          <a:xfrm>
            <a:off x="6345936" y="3337560"/>
            <a:ext cx="2450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And it beats the frontier at humor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345936" y="3767328"/>
            <a:ext cx="24505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 outscores the ~1T Kimi on humorous_non_tech (8.12 vs 7.87) and ties humorous_tech. The frontier keeps the overall slot - so bon ships as default, v3 rides in-container.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57200" y="4681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ship the winner — and the trained Gemma rides along: measured, not mythologized.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Gemma, Three Ways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724912" cy="2651760"/>
          </a:xfrm>
          <a:prstGeom prst="rect">
            <a:avLst/>
          </a:prstGeom>
          <a:solidFill>
            <a:srgbClr val="1F1F23"/>
          </a:solidFill>
          <a:ln w="25400">
            <a:solidFill>
              <a:srgbClr val="ED1C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716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VOICE — SHIPPED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 fine-tuned Gemma 3 4B writes every caption. Quantized to GGUF, it lives inside the container on CPU. We didn't prompt Gemma. We taught it.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19272" y="1188720"/>
            <a:ext cx="2724912" cy="265176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02152" y="13716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EYES — DEMONSTRATED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02152" y="196596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27B (vision) served by vLLM on the same MI300X: the full pipeline runs all-Gemma on AMD silicon, end to end, on camera.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81344" y="1188720"/>
            <a:ext cx="2724912" cy="265176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64224" y="13716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PROOF — MEASURED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64224" y="196596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curves, before/after held-out evals, and an independent judge keeping us honest about our own model.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Deepest possible “use of Gemma” in this track: Gemma is the trained artifact — fine-tuned on AMD, shipped in the box.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515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STYLEFORGE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Track 2 entry where the model learned its voice.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Code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28800" y="265176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github.com/SankarSubbayya/styleforge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1546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Demo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828800" y="315468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sankarsubbayya.github.io/styleforge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6576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Image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828800" y="365760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ghcr.io/sankarsubbayya/styleforge:latest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44348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Sankar Subbayya  x  Claude (Anthropic)   ·   Fireworks AI   ·   AMD Developer Cloud   ·   Google DeepMind Gemma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StyleForge — AMD Hackathon ACT II, Track 2</dc:title>
  <dc:subject>PptxGenJS Presentation</dc:subject>
  <dc:creator>Sankar Subbayya</dc:creator>
  <cp:lastModifiedBy>Sankar Subbayya</cp:lastModifiedBy>
  <cp:revision>1</cp:revision>
  <dcterms:created xsi:type="dcterms:W3CDTF">2026-07-11T00:42:17Z</dcterms:created>
  <dcterms:modified xsi:type="dcterms:W3CDTF">2026-07-11T00:42:17Z</dcterms:modified>
</cp:coreProperties>
</file>