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DEVELOPER HACKATHON: ACT II — TRACK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clip. Four voices. A Gemma that learned tone on AMD silicon.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fine-tuned Gemma 3 4B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AMD Instinct MI300X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in a CPU-only container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Sankar Subbayya  x  Claude (Anthropic)    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Challenge: Four Voices, One Judge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News-wire precision. Zero jokes, zero slang.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51176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8336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sarcastic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88336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Dry, deadpan irony. Never labeled, always felt.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45152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82312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humorous_tech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82312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via bugs, deploys, APIs and rollbacks.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39128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6288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humorous_non_tech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76288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for everyone. No tech allowed.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063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caption is scored by an LLM judge on two axes: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accuracy (0-1)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 to the clip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51176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60904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 match (0-1)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660904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nails the requested tone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45152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hidden eval set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880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generalize, don't overfit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39128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48856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10-minute wall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48856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containerized, CPU, no mercy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Everyone Prompts. We Train.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FIELD (35+ visible teams)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a stock VLM and hope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control via instructions only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sarcastic vs humorous blurs together — exactly what the judge penalizes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3977640" cy="2651760"/>
          </a:xfrm>
          <a:prstGeom prst="rect">
            <a:avLst/>
          </a:prstGeom>
          <a:solidFill>
            <a:srgbClr val="1F1F23"/>
          </a:solidFill>
          <a:ln w="19050">
            <a:solidFill>
              <a:srgbClr val="ED1C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 Gemma on judge-ranked caption pairs (RLAIF)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against the same signal the leaderboard scores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Precedent: ACT I grand prize went to an RL project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40233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other teams are fine-tuning — tone is our trained edge, not our prompt's luck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Architecture: Eyes, Voice, Taste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7490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634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6634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clip.mp4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30s-2min, UHD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81965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11226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0370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ffmpeg 1-pass frames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Whisper transcript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5701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84962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4106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EYES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94106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K2.6 vision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description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(Fireworks API)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586984" y="1371600"/>
            <a:ext cx="1444752" cy="182880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VOICE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7842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4B — TUNED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captions x 4 styles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CPU, in-container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3173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2434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1578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1578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judge reranks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caption per style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Two-stage by design: frontier eyes, trained voice. Vision never enters the training loop — the tuned model does one narrow thing perfectly: tone.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 judge-time: no live GPU endpoint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style guaranteed: 3-tier fallback ladder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token penalty in Track 2 - BoN is free quality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RLAIF Data Factory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300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scenes, maximally diverse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51176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1,200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551176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 x style training cells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645152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645152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captions by Kimi K2.6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39128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739128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scores: accuracy + tone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 description  →  6 candidates per style  →  judge scores each  →  best vs worst become a DPO preference pair (quality-gap filtered)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teaches Gemma: “write like the winner, not like the loser” — a thousand times over, across every style and scene type. Judge scores are cached, resumable, and cost-logged.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Fine-Tuned on AMD Instinct MI300X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206240" cy="324612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37490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1x MI300X (192 GB HBM3) — AMD Developer Cloud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ROCm 7.2.4 + PyTorch 2.10 (rocm/pytorch image)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TRL: rejection-sampling SFT warm start, merged, then DPO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r=32, bf16 — no quantization needed to train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→ GGUF Q4_K_M (~2.7 GB) for CPU serving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143000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66360" y="12527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$1.99/hr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166360" y="1709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single-GPU droplet — credits, not cash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937760" y="2258568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23682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2.8 samples/sec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166360" y="28254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throughput on a 4B LoRA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37760" y="3374136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66360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166360" y="39410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training cost, rehearsal included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tuned Gemma ships inside the submission container and runs on CPU — zero GPUs, zero live endpoints, zero excuses at judge time.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to Survive the 10-Minute Wall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SIGKILL-PROOF OUTPUT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 results.json is written at startup and atomically upgraded per task. The wall can kill us mid-clip — we still score on everything finished.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DEGRADE, NEVER DIE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Best-of-N → single-shot → canned fallback, per task, per style. A dead URL, a 500ing model, malformed tasks — nothing sinks the run.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HOSTILE-INPUT HARDENED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deadlines beat trickling servers. Single-pass UHD frame extraction. Whisper loads once. Every clip budgeted against the clock.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TESTED LIKE WE MEAN 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93776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11-test suite incl. an organizer-contract simulation; multi-agent adversarial code review — 8 verified findings found and fixed.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Early Results — Real Clip, Real Judge Scores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658368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15214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377440" y="115214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ginger kitten sits beneath foliage before advancing steadily toward the camera, its face and whiskers growing prominent as it approaches the lens.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55280" y="115214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9.0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847088"/>
            <a:ext cx="8229600" cy="658368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90195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sarcastic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77440" y="190195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 wow, a tiny cat walks toward a camera. Groundbreaking cinematography right here.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55280" y="190195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8.5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2596896"/>
            <a:ext cx="8229600" cy="658368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6517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humorous_tech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77440" y="2651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report: orange kitten.exe stuck in infinite loop under bush. Patch deployed at 2.6s — paw extends, approach sequence initiates. No rollback possible.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55280" y="26517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9.0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346704"/>
            <a:ext cx="8229600" cy="658368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34015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humorous_non_tech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77440" y="340156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tiny orange fluffball under a bush decides the camera looks like a good friend and marches straight over for an introduction, whiskers first.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955280" y="3401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8.5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8229600" cy="658368"/>
          </a:xfrm>
          <a:prstGeom prst="rect">
            <a:avLst/>
          </a:prstGeom>
          <a:solidFill>
            <a:srgbClr val="121214"/>
          </a:solidFill>
          <a:ln w="19050">
            <a:solidFill>
              <a:srgbClr val="ED1C24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40080" y="420624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G2 (Fri AM): held-out eval — baseline vs best-of-N vs tuned Gemma. The winning mode ships. [table lands here]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Gemma, Three 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724912" cy="265176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VOICE — SHIPPED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fine-tuned Gemma 3 4B writes every caption. Quantized to GGUF, it lives inside the container on CPU. We didn't prompt Gemma. We taught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19272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EYES — DEMONSTRATED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02152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27B (vision) served by vLLM on the same MI300X: the full pipeline runs all-Gemma on AMD silicon, end to end, on camera.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PROOF — MEASURED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64224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curves, before/after held-out evals, and an independent judge keeping us honest about our own model.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Deepest possible “use of Gemma” in this track: Gemma is the trained artifact — fine-tuned on AMD, shipped in the box.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Track 2 entry where the model learned its voice.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28800" y="26517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github.com/SankarSubbayya/styleforge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0" y="31546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[demo URL — Friday]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828800" y="36576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[public registry tag — Friday]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Sankar Subbayya  x  Claude (Anthropic)   ·   Fireworks AI   ·   AMD Developer Cloud   ·   Google DeepMind Gemma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StyleForge — AMD Hackathon ACT II, Track 2</dc:title>
  <dc:subject>PptxGenJS Presentation</dc:subject>
  <dc:creator>Sankar Subbayya</dc:creator>
  <cp:lastModifiedBy>Sankar Subbayya</cp:lastModifiedBy>
  <cp:revision>1</cp:revision>
  <dcterms:created xsi:type="dcterms:W3CDTF">2026-07-10T01:01:19Z</dcterms:created>
  <dcterms:modified xsi:type="dcterms:W3CDTF">2026-07-10T01:01:19Z</dcterms:modified>
</cp:coreProperties>
</file>