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 — TRACK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clip. Four voices. A Gemma that learned tone on AMD silicon.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fine-tuned Gemma 3 4B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AMD Instinct MI300X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in a CPU-only container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Sankar Subbayya  x  Claude (Anthropic)    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Challenge: Four Voices, One Judge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News-wire precision. Zero jokes, zero slang.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51176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sarcastic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8336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Dry, deadpan irony. Never labeled, always felt.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45152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humorous_tech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82312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via bugs, deploys, APIs and rollbacks.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39128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6288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humorous_non_tech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76288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for everyone. No tech allowed.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caption is scored by an LLM judge on two axes: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accuracy (0-1)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 to the clip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51176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60904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 match (0-1)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60904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nails the requested tone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45152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hidden eval set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generalize, don't overfit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39128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8856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10-minute wall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48856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containerized, CPU, no mercy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 Prompts. We Train.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FIELD (35+ visible teams)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a stock VLM and hope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control via instructions only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sarcastic vs humorous blurs together — exactly what the judge penalizes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77640" cy="2651760"/>
          </a:xfrm>
          <a:prstGeom prst="rect">
            <a:avLst/>
          </a:prstGeom>
          <a:solidFill>
            <a:srgbClr val="1F1F23"/>
          </a:solidFill>
          <a:ln w="1905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 Gemma on judge-ranked caption pairs (RLAIF)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against the same signal the leaderboard scores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by studying ACT I's winners: the grand prize went to an RL project; fine-tuning winners paired technique with a story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Tone is trained, not prompted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on judge-ranked caption pairs — optimized against the exact signal the leaderboard scores.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Eyes, Voice, Taste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7490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634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clip.mp4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30s-2min, UHD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1965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1226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0370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ffmpeg 1-pass frames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Whisper transcript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5701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84962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4106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EYES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4106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K2.6 vision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(Fireworks API)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86984" y="1371600"/>
            <a:ext cx="1444752" cy="182880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7842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4B — TUNED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captions x 4 styles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CPU, in-container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3173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2434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1578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judge reranks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caption per style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 by design: frontier eyes, trained voice. Vision never enters the training loop — the tuned model does one narrow thing perfectly: tone.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judge-time: no live GPU endpoint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style guaranteed: 3-tier fallback ladder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token penalty in Track 2 - BoN is free quality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RLAIF Data Factory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scenes, maximally diverse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51176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1,200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551176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x style training cells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45152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captions by Kimi K2.6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39128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739128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scores: accuracy + tone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 description  →  6 candidates per style  →  judge scores each  →  best vs worst become a DPO preference pair (quality-gap filtered)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teaches Gemma: “write like the winner, not like the loser” — a thousand times over, across every style and scene type. Judge scores are cached, resumable, and cost-logged.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Fine-Tuned on AMD Instinct MI300X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206240" cy="324612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1x MI300X (192 GB HBM3) — AMD Developer Cloud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 7.2.4 + PyTorch 2.10 (rocm/pytorch image)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TRL: rejection-sampling SFT warm start, merged, then DPO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r=32, bf16 — no quantization needed to train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→ GGUF Q4_K_M (~2.7 GB) for CPU serving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143000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12527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$1.99/hr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166360" y="1709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single-GPU droplet — credits, not cash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937760" y="2258568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23682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2.8 samples/sec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66360" y="28254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throughput on a 4B LoRA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37760" y="3374136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166360" y="39410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training cost, rehearsal included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tuned Gemma ships inside the submission container and runs on CPU — zero GPUs, zero live endpoints, zero excuses at judge time.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 Survive the 10-Minute Wall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SIGKILL-PROOF OUTPUT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results.json is written at startup and atomically upgraded per task. The wall can kill us mid-clip — we still score on everything finished.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DEGRADE, NEVER DIE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Best-of-N → single-shot → canned fallback, per task, per style. A dead URL, a 500ing model, malformed tasks — nothing sinks the run.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HOSTILE-INPUT HARDENED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deadlines beat trickling servers. Single-pass UHD frame extraction. Whisper loads once. Every clip budgeted against the clock.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TESTED LIKE WE MEAN 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11-test suite incl. an organizer-contract simulation; multi-agent adversarial code review — 8 verified findings found and fixed.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Eval: Measured Honestly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unseen scenes x 4 styles x 5 arms, scored by gpt-oss-120b (no model grades its own family)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07008"/>
                <a:gridCol w="1207008"/>
                <a:gridCol w="1207008"/>
                <a:gridCol w="1207008"/>
                <a:gridCol w="1207008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formal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sarcastic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hum_non_tech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Kimi K2.6 prompted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8.92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4B base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6.78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7.32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8.40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7.13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D1C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7.28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v3 vs base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+0.50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+0.04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+0.18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4B matches the frontier on accuracy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21792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two targeted DPO rounds our 4B scores 7.62 on factual accuracy - identical to the ~1T-class Kimi (7.62). Round 1: sarcastic +0.54. Round 2: formal +0.50.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19272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319272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2" name="Text 9"/>
          <p:cNvSpPr/>
          <p:nvPr/>
        </p:nvSpPr>
        <p:spPr>
          <a:xfrm>
            <a:off x="3483864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Round 3: green across the board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483864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Style-conditional pair weights (accuracy-heavy for formal, tone-heavy for humor) — v3 beats base on ALL FOUR styles. Three rounds, three diagnosed targets, three hits.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81344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81344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6" name="Text 13"/>
          <p:cNvSpPr/>
          <p:nvPr/>
        </p:nvSpPr>
        <p:spPr>
          <a:xfrm>
            <a:off x="6345936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And it beats the frontier at humor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45936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outscores the ~1T Kimi on humorous_non_tech (8.12 vs 7.87) and ties humorous_tech. The frontier keeps the overall slot - so bon ships as default, v3 rides in-container.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46634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Official leaderboard: 0.88 — top 10 of 38+ teams, on the first submission.  </a:t>
            </a:r>
            <a:pPr indent="0" marL="0">
              <a:buNone/>
            </a:pPr>
            <a:r>
              <a:rPr lang="en-US" sz="125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ship the winner; the trained Gemma rides along: measured, not mythologized.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Gemma, Three 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24912" cy="265176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VOICE — SHIPPED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fine-tuned Gemma 3 4B writes every caption. Quantized to GGUF, it lives inside the container on CPU. We didn't prompt Gemma. We taught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19272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EYES — DEMONSTRATED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02152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27B (vision) served by vLLM on the same MI300X: the full pipeline runs all-Gemma on AMD silicon, end to end, on camera.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PROOF — MEASURED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curves, before/after held-out evals, and an independent judge keeping us honest about our own model.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possible “use of Gemma” in this track: Gemma is the trained artifact — fine-tuned on AMD, shipped in the box.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Track 2 entry where the model learned its voice.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Score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2487168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 official — top 10 of 38+ teams (Track 2 leaderboard)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9443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2944368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github.com/SankarSubbayya/styleforge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4015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3401568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sankarsubbayya.github.io/styleforge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58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28800" y="3858768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ghcr.io/sankarsubbayya/styleforge:latest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Sankar Subbayya  x  Claude (Anthropic)   ·   Fireworks AI   ·   AMD Developer Cloud   ·   Google DeepMind Gemma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StyleForge — AMD Hackathon ACT II, Track 2</dc:title>
  <dc:subject>PptxGenJS Presentation</dc:subject>
  <dc:creator>Sankar Subbayya</dc:creator>
  <cp:lastModifiedBy>Sankar Subbayya</cp:lastModifiedBy>
  <cp:revision>1</cp:revision>
  <dcterms:created xsi:type="dcterms:W3CDTF">2026-07-11T05:38:12Z</dcterms:created>
  <dcterms:modified xsi:type="dcterms:W3CDTF">2026-07-11T05:38:12Z</dcterms:modified>
</cp:coreProperties>
</file>